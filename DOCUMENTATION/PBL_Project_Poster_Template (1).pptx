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0693400" cy="15137765"/>
  <p:notesSz cx="15137765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63090" y="228600"/>
            <a:ext cx="8407908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altLang="en-US" sz="3400" b="1" dirty="0">
                <a:solidFill>
                  <a:srgbClr val="FDE6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Women Safety App with SOS &amp; Live Tracking</a:t>
            </a:r>
            <a:endParaRPr lang="en-US" altLang="en-US" sz="3400" b="1" dirty="0">
              <a:solidFill>
                <a:srgbClr val="FDE68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</a:t>
            </a:r>
            <a:r>
              <a:rPr lang="en-US" altLang="en-US" sz="1350" dirty="0">
                <a:solidFill>
                  <a:srgbClr val="FDE6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ID: 13 | Section: S5 | Members: P.Hamsika – 2520030586, M.Thanishka – 2520030583</a:t>
            </a:r>
            <a:endParaRPr lang="en-US" altLang="en-US" sz="1350" dirty="0">
              <a:solidFill>
                <a:srgbClr val="FDE68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altLang="en-US" sz="1350" dirty="0">
                <a:solidFill>
                  <a:srgbClr val="FDE6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Guide: Dr. D. Ramya Krishna   </a:t>
            </a:r>
            <a:r>
              <a:rPr lang="en-US" sz="1350" dirty="0">
                <a:solidFill>
                  <a:srgbClr val="FDE6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51180" y="2514600"/>
            <a:ext cx="4569714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Women Safety is a smart safety platform designed to assist women during emergency situations. It provides SOS alerts, trusted contacts, location sharing and safety services using React, Node.js, Express.js and MySQL.</a:t>
            </a:r>
            <a:endParaRPr lang="en-US" altLang="en-US" sz="1200" dirty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Outcome: Provides quick emergency assistance through a centralized and easy-to-use platform.</a:t>
            </a:r>
            <a:endParaRPr lang="en-US" altLang="en-US" sz="1200" dirty="0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1180" y="4297680"/>
            <a:ext cx="4569714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>
              <a:spcAft>
                <a:spcPts val="400"/>
              </a:spcAft>
              <a:buSzPct val="100000"/>
              <a:buNone/>
            </a:pPr>
            <a:r>
              <a:rPr lang="en-US" altLang="en-US" sz="1200" dirty="0">
                <a:latin typeface="Times New Roman" panose="02020603050405020304" charset="0"/>
                <a:cs typeface="Times New Roman" panose="02020603050405020304" charset="0"/>
              </a:rPr>
              <a:t>Problem: Existing safety solutions often provide emergency alerts, contacts and location services separately, making quick assistance difficult during emergencies.</a:t>
            </a:r>
            <a:endParaRPr lang="en-US" alt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spcAft>
                <a:spcPts val="400"/>
              </a:spcAft>
              <a:buSzPct val="100000"/>
              <a:buNone/>
            </a:pPr>
            <a:r>
              <a:rPr lang="en-US" altLang="en-US" sz="1200" dirty="0">
                <a:latin typeface="Times New Roman" panose="02020603050405020304" charset="0"/>
                <a:cs typeface="Times New Roman" panose="02020603050405020304" charset="0"/>
              </a:rPr>
              <a:t>Objective 1: Provide quick SOS emergency assistance.</a:t>
            </a:r>
            <a:endParaRPr lang="en-US" alt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spcAft>
                <a:spcPts val="400"/>
              </a:spcAft>
              <a:buSzPct val="100000"/>
              <a:buNone/>
            </a:pPr>
            <a:r>
              <a:rPr lang="en-US" altLang="en-US" sz="1200" dirty="0">
                <a:latin typeface="Times New Roman" panose="02020603050405020304" charset="0"/>
                <a:cs typeface="Times New Roman" panose="02020603050405020304" charset="0"/>
              </a:rPr>
              <a:t>Objective 2:Enable trusted contact and location sharing.</a:t>
            </a:r>
            <a:endParaRPr lang="en-US" alt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spcAft>
                <a:spcPts val="400"/>
              </a:spcAft>
              <a:buSzPct val="100000"/>
              <a:buNone/>
            </a:pPr>
            <a:r>
              <a:rPr lang="en-US" altLang="en-US" sz="1200" dirty="0">
                <a:latin typeface="Times New Roman" panose="02020603050405020304" charset="0"/>
                <a:cs typeface="Times New Roman" panose="02020603050405020304" charset="0"/>
              </a:rPr>
              <a:t>Objective 3: Provide centralized safety services.</a:t>
            </a:r>
            <a:endParaRPr lang="en-US" alt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spcAft>
                <a:spcPts val="400"/>
              </a:spcAft>
              <a:buSzPct val="100000"/>
              <a:buNone/>
            </a:pPr>
            <a:r>
              <a:rPr lang="en-US" altLang="en-US" sz="1200" dirty="0">
                <a:latin typeface="Times New Roman" panose="02020603050405020304" charset="0"/>
                <a:cs typeface="Times New Roman" panose="02020603050405020304" charset="0"/>
              </a:rPr>
              <a:t>Scope:Women users, SOS, emergency contacts, location tracking, safety timer, safe zones and related safety features.</a:t>
            </a:r>
            <a:endParaRPr lang="en-US" alt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alt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02920" y="6766560"/>
          <a:ext cx="4617720" cy="233172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Feature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Existing System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Proposed System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SOS Alert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Basic / separate services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Integrated SOS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Emergency Contacts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Limited management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Trusted contacts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Location Sharing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Separate applications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Integrated location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Safety Services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>
                          <a:latin typeface="Times New Roman" panose="02020603050405020304" charset="0"/>
                          <a:cs typeface="Times New Roman" panose="02020603050405020304" charset="0"/>
                        </a:rPr>
                        <a:t>Multiple </a:t>
                      </a:r>
                      <a:r>
                        <a:rPr lang="en-US" altLang="zh-CN" sz="1100"/>
                        <a:t>disconnected services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Centralized platform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Limitation / Gap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Features are scattered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Unified safety system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550" dirty="0"/>
              <a:t>Technical: Required skills, tools and platforms are readily available for development.</a:t>
            </a:r>
            <a:endParaRPr lang="en-US" alt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550" dirty="0"/>
              <a:t>Economic: Uses an open-source technology stack with free or low-cost hosting.</a:t>
            </a:r>
            <a:endParaRPr lang="en-US" alt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550" dirty="0"/>
              <a:t>Operational: Simple to use, maintain and suitable for user requirements.</a:t>
            </a:r>
            <a:endParaRPr lang="en-US" alt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550" dirty="0"/>
              <a:t>Schedule: Development and testing can be completed within the semester timeline.</a:t>
            </a:r>
            <a:endParaRPr lang="en-US" alt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550" dirty="0"/>
              <a:t>Front-End: React, HTML, CSS, JavaScript</a:t>
            </a:r>
            <a:endParaRPr lang="en-US" alt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550" dirty="0"/>
              <a:t>Back-End: Node.js, Express.js, REST APIs</a:t>
            </a:r>
            <a:endParaRPr lang="en-US" alt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550" dirty="0"/>
              <a:t>Database: MySQL</a:t>
            </a:r>
            <a:endParaRPr lang="en-US" alt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550" dirty="0"/>
              <a:t>Tools: Git, GitHub, Postman, VS Code, Draw.io</a:t>
            </a:r>
            <a:endParaRPr lang="en-US" alt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550" dirty="0"/>
              <a:t>APIs: Google Maps API, Google Places API</a:t>
            </a:r>
            <a:endParaRPr lang="en-US" alt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020" y="4617720"/>
            <a:ext cx="4569460" cy="215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0664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8170" cy="173355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573000"/>
            <a:ext cx="28635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2893040"/>
            <a:ext cx="2863596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Times New Roman" panose="02020603050405020304" charset="0"/>
                <a:cs typeface="Times New Roman" panose="02020603050405020304" charset="0"/>
              </a:rPr>
              <a:t>Key Outcomes: SOS, emergency contacts and location features implemented successfully.</a:t>
            </a:r>
            <a:endParaRPr lang="en-US" alt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Times New Roman" panose="02020603050405020304" charset="0"/>
                <a:cs typeface="Times New Roman" panose="02020603050405020304" charset="0"/>
              </a:rPr>
              <a:t>CRUD &amp; Validation: Database operations and input validation tested successfully.</a:t>
            </a:r>
            <a:endParaRPr lang="en-US" alt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Times New Roman" panose="02020603050405020304" charset="0"/>
                <a:cs typeface="Times New Roman" panose="02020603050405020304" charset="0"/>
              </a:rPr>
              <a:t>Performance: API responses and system performance verified.</a:t>
            </a:r>
            <a:endParaRPr lang="en-US" alt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latin typeface="Times New Roman" panose="02020603050405020304" charset="0"/>
                <a:cs typeface="Times New Roman" panose="02020603050405020304" charset="0"/>
              </a:rPr>
              <a:t>Achieved: Integrated SOS, emergency contacts and location services into one platform.</a:t>
            </a:r>
            <a:endParaRPr lang="en-US" alt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latin typeface="Times New Roman" panose="02020603050405020304" charset="0"/>
                <a:cs typeface="Times New Roman" panose="02020603050405020304" charset="0"/>
              </a:rPr>
              <a:t>Objectives: Provides quick emergency assistance, secure data management and accessible safety</a:t>
            </a:r>
            <a:endParaRPr lang="en-US" alt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latin typeface="Times New Roman" panose="02020603050405020304" charset="0"/>
                <a:cs typeface="Times New Roman" panose="02020603050405020304" charset="0"/>
              </a:rPr>
              <a:t>Real-Time Tracking: Enable continuous live location sharing during emergencies.</a:t>
            </a:r>
            <a:endParaRPr lang="en-US" alt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en-US" sz="1200" dirty="0">
                <a:latin typeface="Times New Roman" panose="02020603050405020304" charset="0"/>
                <a:cs typeface="Times New Roman" panose="02020603050405020304" charset="0"/>
              </a:rPr>
              <a:t>Smart Alerts: Add AI-based danger detection and automatic emergency notifications.</a:t>
            </a:r>
            <a:endParaRPr lang="en-US" alt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Text 41"/>
          <p:cNvSpPr txBox="1"/>
          <p:nvPr/>
        </p:nvSpPr>
        <p:spPr>
          <a:xfrm>
            <a:off x="365760" y="14447520"/>
            <a:ext cx="767638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100" dirty="0"/>
              <a:t>REFERENCES</a:t>
            </a: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React Documentation, Node.js &amp; Express.js Documentation, MySQL Documentation, Google Maps Platform Documentation, GitHub Documentation.</a:t>
            </a:r>
            <a:endParaRPr lang="en-US" altLang="en-US" sz="1100" dirty="0"/>
          </a:p>
          <a:p>
            <a:pPr marL="0" indent="0">
              <a:buNone/>
            </a:pPr>
            <a:endParaRPr lang="en-US" altLang="en-US" sz="1100" dirty="0"/>
          </a:p>
        </p:txBody>
      </p:sp>
      <p:pic>
        <p:nvPicPr>
          <p:cNvPr id="47" name="Picture 46" descr="klh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95" y="361950"/>
            <a:ext cx="1535430" cy="1196340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140" y="4833620"/>
            <a:ext cx="4173855" cy="2331720"/>
          </a:xfrm>
          <a:prstGeom prst="rect">
            <a:avLst/>
          </a:prstGeom>
        </p:spPr>
      </p:pic>
      <p:pic>
        <p:nvPicPr>
          <p:cNvPr id="50" name="Picture 49"/>
          <p:cNvPicPr/>
          <p:nvPr/>
        </p:nvPicPr>
        <p:blipFill>
          <a:blip r:embed="rId3"/>
          <a:stretch>
            <a:fillRect/>
          </a:stretch>
        </p:blipFill>
        <p:spPr>
          <a:xfrm>
            <a:off x="6066155" y="7680960"/>
            <a:ext cx="3679190" cy="2194560"/>
          </a:xfrm>
          <a:prstGeom prst="rect">
            <a:avLst/>
          </a:prstGeom>
        </p:spPr>
      </p:pic>
      <p:pic>
        <p:nvPicPr>
          <p:cNvPr id="51" name="Picture 50" descr="Screenshot 2026-10-01 2106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060" y="10698480"/>
            <a:ext cx="2199640" cy="1518285"/>
          </a:xfrm>
          <a:prstGeom prst="rect">
            <a:avLst/>
          </a:prstGeom>
        </p:spPr>
      </p:pic>
      <p:pic>
        <p:nvPicPr>
          <p:cNvPr id="52" name="Picture 51" descr="Screenshot 2026-10-01 2107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3195" y="10888980"/>
            <a:ext cx="2506980" cy="1173480"/>
          </a:xfrm>
          <a:prstGeom prst="rect">
            <a:avLst/>
          </a:prstGeom>
        </p:spPr>
      </p:pic>
      <p:pic>
        <p:nvPicPr>
          <p:cNvPr id="53" name="Picture 52" descr="Untitl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930" y="14244320"/>
            <a:ext cx="845185" cy="8451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2758</Words>
  <Application>WPS Presentation</Application>
  <PresentationFormat>On-screen Show (16:9)</PresentationFormat>
  <Paragraphs>97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Times New Roman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THANU</cp:lastModifiedBy>
  <cp:revision>3</cp:revision>
  <dcterms:created xsi:type="dcterms:W3CDTF">2026-09-28T08:11:00Z</dcterms:created>
  <dcterms:modified xsi:type="dcterms:W3CDTF">2026-10-02T10:36:22Z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C4F9B1AD0C274D2AB7A5D05A4EFB4D1A_12</vt:lpwstr>
  </property>
</Properties>
</file>